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零样本 VLN-CE 实验进展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Microsoft YaHei"/>
              </a:rPr>
              <a:t>三分钟汇报 · 2026-07-13 · 停止决策可靠性 / 路线状态外置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17520"/>
            <a:ext cx="3337560" cy="23774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613C"/>
                </a:solidFill>
                <a:latin typeface="Microsoft YaHei"/>
              </a:rPr>
              <a:t>SR 16 / OSR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oracle 全移除后的诚实基线
（原 24 中 8 点为 GT 购买，p=0.022）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017520"/>
            <a:ext cx="3337560" cy="23774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337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613C"/>
                </a:solidFill>
                <a:latin typeface="Microsoft YaHei"/>
              </a:rPr>
              <a:t>AUROC 0.748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416052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路线一致性信号首测
（三探针全灭后第一个活信号）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3337560" cy="23774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337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613C"/>
                </a:solidFill>
                <a:latin typeface="Microsoft YaHei"/>
              </a:rPr>
              <a:t>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6052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停止提议为空间重复
（负目标记忆闸门 PASS）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汇报人：moca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F2A44"/>
                </a:solidFill>
                <a:latin typeface="Microsoft YaHei"/>
              </a:rPr>
              <a:t>最近做了：一次完整的「证伪 → 审计 → 重定位」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78308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E8613C"/>
                </a:solidFill>
                <a:latin typeface="Microsoft YaHei"/>
              </a:rPr>
              <a:t>① Oracle 审计与诚实重置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65176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发现终止栈 5 个门在推理期读 GT 目标距离（168 次决定性触发/39 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730752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移除后 SR 24→16、OSR 28→21（配对 McNemar p=0.022）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4809744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−8 逐集归因：6 早停 + 3 近距擦边；审计方法可复用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178308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1F2A44"/>
                </a:solidFill>
                <a:latin typeface="Microsoft YaHei"/>
              </a:rPr>
              <a:t>② 触发式再观测路线证伪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65176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预注册闸门（AUROC≥0.60）检验三种不确定性探针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730752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自一致离散度 0.542 / 言语自报退化 / 全票一致仍错 36-44%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4809744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12h 离线否掉方向，省 ~30h 在线；结论：错误是自信的错误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78308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>
                <a:solidFill>
                  <a:srgbClr val="2E7D32"/>
                </a:solidFill>
                <a:latin typeface="Microsoft YaHei"/>
              </a:rPr>
              <a:t>③ 失败分类学 → 方向聚焦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5176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56/56 假停 = 泛类地标（doorway/sink）绑错实例，非幻觉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730752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聚焦：指令条件化停止决策可靠性（training-free）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4809744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MSGNav/ConsistNav/REALM 三篇均止步下游、将其列为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论文：分析章 + 审计章完稿（数字全部 trace 复核），其余章节段落级框架就绪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F2A44"/>
                </a:solidFill>
                <a:latin typeface="Microsoft YaHei"/>
              </a:rPr>
              <a:t>正在做：Phase 0 离线闸门 + 机制就绪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icrosoft YaHei"/>
              </a:rPr>
              <a:t>Phase 0 离线验证（零 GPU，预注册）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12121"/>
                </a:solidFill>
                <a:latin typeface="Microsoft YaHei"/>
              </a:rPr>
              <a:t>P0.4 重复提停频率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28600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E7D32"/>
                </a:solidFill>
                <a:latin typeface="Microsoft YaHei"/>
              </a:rPr>
              <a:t>PASS：38% 重复 / 61 集 → 负目标记忆进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12121"/>
                </a:solidFill>
                <a:latin typeface="Microsoft YaHei"/>
              </a:rPr>
              <a:t>P0.2 有序路线一致性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1546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E8613C"/>
                </a:solidFill>
                <a:latin typeface="Microsoft YaHei"/>
              </a:rPr>
              <a:t>进行中：粗特征 0.748，正做顺序匹配 + bootstrap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12121"/>
                </a:solidFill>
                <a:latin typeface="Microsoft YaHei"/>
              </a:rPr>
              <a:t>P0.1 方向词违反率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0233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待角度约定几何验证后并入 P0.2 一起出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12121"/>
                </a:solidFill>
                <a:latin typeface="Microsoft YaHei"/>
              </a:rPr>
              <a:t>P0.3 约束过滤天花板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8920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</a:rPr>
              <a:t>排队（复用 P0.2 子句解析机器）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63040"/>
            <a:ext cx="4846320" cy="4297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icrosoft YaHei"/>
              </a:rPr>
              <a:t>已实现、默认关、待 A/B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深度停止 veto：持续视觉确认 ∧ 中央深度≤3m（靶=6 个早停集）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212121"/>
                </a:solidFill>
                <a:latin typeface="Microsoft YaHei"/>
              </a:rPr>
              <a:t>可观测回溯：净位移停滞触发 MOVE_BACK，预算 2/集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全部可观测信号，推理路径零 GT（血统检查为例行动作）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同步：REALM（2607）精读 + 组会分享稿；论文库竞态格局更新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准备做：三阶段，目标与闸门都已预注册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8613C"/>
                </a:solidFill>
                <a:latin typeface="Microsoft YaHei"/>
              </a:rPr>
              <a:t>Phase 1 · 本周起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单开关 A/B ×5
（veto/停止门/约束先验/回溯/黑名单）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目标 SR 22–26
每项配对 McNemar + 预注册成功线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828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8613C"/>
                </a:solidFill>
                <a:latin typeface="Microsoft YaHei"/>
              </a:rPr>
              <a:t>Phase 2 · 下周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42316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合并系统 + 对照
（harness-off 9B、4B 跨 backbone）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7033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收复带毒水位
但这次是干净的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337560" cy="3291840"/>
          </a:xfrm>
          <a:prstGeom prst="roundRect">
            <a:avLst>
              <a:gd name="adj" fmla="val 6000"/>
            </a:avLst>
          </a:prstGeom>
          <a:solidFill>
            <a:srgbClr val="2A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8613C"/>
                </a:solidFill>
                <a:latin typeface="Microsoft YaHei"/>
              </a:rPr>
              <a:t>Phase 3 · 按月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23160"/>
            <a:ext cx="2788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backbone 快筛 → 训练线
选路打分头（oracle 标签离线监督）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033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Microsoft YaHei"/>
              </a:rPr>
              <a:t>选中率 31%→55%
OSR 30+，SR 冲 25–30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CADCFC"/>
                </a:solidFill>
                <a:latin typeface="Microsoft YaHei"/>
              </a:rPr>
              <a:t>窗口提醒：8 个月内 MSGNav → ConsistNav → REALM 三篇填充「到达质量」空间，全部把停止决策可靠性列为 future work——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E8613C"/>
                </a:solidFill>
                <a:latin typeface="Microsoft YaHei"/>
              </a:rPr>
              <a:t>方向已被三重确认，剩余空格是我们的，但闹钟在响。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